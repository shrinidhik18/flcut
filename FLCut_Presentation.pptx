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818CF8"/>
                </a:solidFill>
                <a:latin typeface="Arial"/>
              </a:defRPr>
            </a:pPr>
            <a:r>
              <a:t>FINITE LOOP CLUB</a:t>
            </a:r>
          </a:p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FLCut — Event Link Manager</a:t>
            </a:r>
          </a:p>
          <a:p>
            <a:pPr>
              <a:spcAft>
                <a:spcPts val="4000"/>
              </a:spcAft>
              <a:defRPr sz="2000">
                <a:solidFill>
                  <a:srgbClr val="94A3B8"/>
                </a:solidFill>
                <a:latin typeface="Arial"/>
              </a:defRPr>
            </a:pPr>
            <a:r>
              <a:t>A serverless URL shortener and real-time operations tool built for developer clubs.</a:t>
            </a:r>
          </a:p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Next.js 15 • Drizzle ORM • PostgreSQL (Neon) • Vercel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The Core Reframe: Link Ops over URL Shortening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• Blind redirects: Links are shared across Instagram, WhatsApp, Discord, and posters, but sign-up sources remain anonymous.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• Static endpoints: Once printed on posters or posted in stories, links cannot be updated, scheduled, or limited.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• Heavy setup: Standard link shorteners require authentication, complex setups, or expensive subscription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The FLCut Solution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✓ Event operations tool: FLCut isn't just about shortening URLs. It treats every redirect as an operational data point.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✓ Dynamic logic at Edge: Links can go live or expire dynamically, and automatically redirect to a waitlist when capacity is reached.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✓ Zero-friction management: No accounts. Cookies manage ownership. Anyone in the team can create and track links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Modern Serverless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FRAMEWORK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Next.js 15 (App Router)</a:t>
            </a:r>
          </a:p>
          <a:p>
            <a:pPr>
              <a:lnSpc>
                <a:spcPct val="11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Edge-runtime handler handles the redirects. Guarantees the lowest latency possible globally by executing logic at edge locations close to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DATABASE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PostgreSQL (Neon)</a:t>
            </a:r>
          </a:p>
          <a:p>
            <a:pPr>
              <a:lnSpc>
                <a:spcPct val="11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Serverless Neon PostgreSQL. The HTTP driver allows direct connections from Vercel Edge functions without needing connection pools.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ORM LAYER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Drizzle ORM</a:t>
            </a:r>
          </a:p>
          <a:p>
            <a:pPr>
              <a:lnSpc>
                <a:spcPct val="11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Lightweight, SQL-like, and highly type-safe. Helps infer schemas directly from database definition to TypeScript models seamlessly.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HOSTING</a:t>
            </a:r>
          </a:p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Vercel + GitHub</a:t>
            </a:r>
          </a:p>
          <a:p>
            <a:pPr>
              <a:lnSpc>
                <a:spcPct val="11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Zero-configuration Next.js deployment. Continuous deployment pipeline automatically compiles and hosts code directly from the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Feature Suite &amp; Operational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Operational Controls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Scheduled Go-Live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Configure a 'go_live_at' timestamp. Before this date, visitors see a customized 'Registrations Not Open Yet' holding page instead of getting redirected.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Dynamic Expirations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Set an 'expires_at' limit. Past this time, links fail gracefully with an expired message instead of throwing a generic server error.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Click Cap &amp; Fallback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Define a maximum registration/click ceiling. Clicks beyond this limit redirect dynamically to a secondary waitlist URL, automating cap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Safety &amp; Safety Nets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Custom Aliases &amp; Collisions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Allows customizable links (e.g. '/hackfest26'). Database constraints prevent duplicate writes under concurrency, returning clean error messages.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Reserved Routes Protection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Prevents hijacking routes needed by the system (e.g. '/admin', '/api', '/dashboard', '/login'). Checked prior to link insertion.</a:t>
            </a:r>
          </a:p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■ Built-in Content Filtering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Automatically blocks obscene or inappropriate words in custom slugs at creation time, preserving the club's professional reputation.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Smart, Privacy-Preserving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Cookieless Uniqueness</a:t>
            </a:r>
          </a:p>
          <a:p>
            <a:pPr>
              <a:lnSpc>
                <a:spcPct val="115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Instead of intrusive tracking cookies, unique visitors are identified by hashing the client's IP and date: SHA-256('flcut-' + date + ':' + IP). Automatically resets at UTC midnight, respecting user privacy.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Referrer Normalization</a:t>
            </a:r>
          </a:p>
          <a:p>
            <a:pPr>
              <a:lnSpc>
                <a:spcPct val="115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Raw HTTP referrers are messy and fragmented. FLCut cleanses and groups them at the time of capture: 'instagram.com/*' becomes 'instagram', 't.co/*' becomes 'twitter', etc., simplifying dashboard charts.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Bot &amp; Preview Filtering</a:t>
            </a:r>
          </a:p>
          <a:p>
            <a:pPr>
              <a:lnSpc>
                <a:spcPct val="115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Detects automated crawlers (e.g., Discord, WhatsApp, Telegram scrapers) using User-Agent matching. Bots are redirected correctly to render rich media cards, but excluded from dashboard analytics.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51206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Persistent History</a:t>
            </a:r>
          </a:p>
          <a:p>
            <a:pPr>
              <a:lnSpc>
                <a:spcPct val="115000"/>
              </a:lnSpc>
              <a:defRPr sz="1150">
                <a:solidFill>
                  <a:srgbClr val="475569"/>
                </a:solidFill>
                <a:latin typeface="Arial"/>
              </a:defRPr>
            </a:pPr>
            <a:r>
              <a:t>Click analytics remain stored on database deletion cascades. Analytics survive target page expiration, allowing event organizers to review and analyze traffic spikes during post-event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Relational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Drizzle Relational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12064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lnSpc>
                <a:spcPct val="115000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// links Table</a:t>
            </a:r>
            <a:br/>
            <a:r>
              <a:t>id: uuid().primaryKey()</a:t>
            </a:r>
            <a:br/>
            <a:r>
              <a:t>slug: text().unique()</a:t>
            </a:r>
            <a:br/>
            <a:r>
              <a:t>originalUrl: text()</a:t>
            </a:r>
            <a:br/>
            <a:r>
              <a:t>goLiveAt: timestamp()</a:t>
            </a:r>
            <a:br/>
            <a:r>
              <a:t>expiresAt: timestamp()</a:t>
            </a:r>
            <a:br/>
            <a:r>
              <a:t>clickCap: integer()</a:t>
            </a:r>
            <a:br/>
            <a:r>
              <a:t>capFallbackUrl: text()</a:t>
            </a:r>
            <a:br/>
            <a:r>
              <a:t>creatorToken: text() // cookie-bound</a:t>
            </a:r>
            <a:br/>
            <a:br/>
            <a:r>
              <a:t>// clicks Table</a:t>
            </a:r>
            <a:br/>
            <a:r>
              <a:t>id: uuid().primaryKey()</a:t>
            </a:r>
            <a:br/>
            <a:r>
              <a:t>linkId: uuid().references(links.id)</a:t>
            </a:r>
            <a:br/>
            <a:r>
              <a:t>ipHash: text() // privacy salt</a:t>
            </a:r>
            <a:br/>
            <a:r>
              <a:t>referrer, deviceType, country, isBot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Design Justifications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Why separate click rows?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A simple counter on the 'links' table is fast but loses context. Storing full click rows enables hourly/daily time-series, browser/device breakdown, and referrer analytics.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No Auth Overhead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For internal club management, password-based logins introduce unnecessary friction. Storing a cryptographically generated 'creatorToken' in a cookie secures access directly.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✓ Edge-Friendly Cascade Delete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Drizzle schemas specify CASCADE DELETE on references. If an admin deletes a link, database triggers prune millions of associated click events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FLCUT LINK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Developer Experience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Zero-Database Local Fallback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In-Memory Database: If no DATABASE_URL is found in the environment, FLCut spins up an in-memory database fallback.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JSON Persistence: Fallback database serializes state automatically to '.next/memory_db.json' on the server disk.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Process Syncing: State is synced across concurrent Next.js server threads automatically via disk reads/writes.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Frictionless Onboarding: New contributors clone, npm install, and run instantly without needing database setups.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6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Production Serverless Deployment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✓ Neon Cloud Integration: High-performance Neon project feeds connection strings via environment variables.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✓ Vercel Deployment: Deployed globally to Vercel's edge network, reducing redirect handshake latency close to zero.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✓ Dynamic Edge Execution: The main redirect handler compiles directly into Edge Functions.</a:t>
            </a:r>
          </a:p>
          <a:p>
            <a:pPr>
              <a:spcAft>
                <a:spcPts val="1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✓ Automated DB Migrations: Run 'npm run db:push' to update PostgreSQL schemas dynamically with zero service downtime.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FLCut — Open Source &amp; Ready for Submission</a:t>
            </a:r>
          </a:p>
          <a:p>
            <a:pPr>
              <a:spcAft>
                <a:spcPts val="3600"/>
              </a:spcAft>
              <a:defRPr sz="1800">
                <a:solidFill>
                  <a:srgbClr val="818CF8"/>
                </a:solidFill>
                <a:latin typeface="Arial"/>
              </a:defRPr>
            </a:pPr>
            <a:r>
              <a:t>Live: https://flcut-xi.vercel.app  •  Repo: https://github.com/shrinidhik18/FLCut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Thank you! Prepared for Finite Loop Club's Event Management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